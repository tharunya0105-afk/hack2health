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Team NeuroBridge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0116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PROPOSED SOLUTION: NEUROBRIDGE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182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47857"/>
                </a:solidFill>
              </a:defRPr>
            </a:pPr>
            <a:r>
              <a:t>HACK2HEAL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2.0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47857"/>
                </a:solidFill>
              </a:defRPr>
            </a:pPr>
            <a:r>
              <a:t>Bidirectional Double Empathy Translation &amp; Wearer-Controlled Multimodal Healthcare Bridge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6118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337560" cy="384048"/>
          </a:xfrm>
          <a:prstGeom prst="round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TRADITIONAL AAC APPROACH (Deficit &amp; Masking)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3429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1E293B"/>
                </a:solidFill>
              </a:defRPr>
            </a:pPr>
            <a:r>
              <a:t>❌  Unilateral Masking Focus: Trains autistic users to suppress natural traits and mimic neurotypical norms.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❌  Prohibitive Hardware Cost: Dedicated AAC devices (Dynavox) cost $4,000–$8,000 with long insurance delays.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❌  One-Way Voice Output: Static symbol grids speak out loud but offer zero subtext or intent clarification.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❌  Blind to Situational Mutism: Assumes motor ability to navigate menus during acute sensory shutdowns.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❌  Naive AI Abuse Gaslighting: Generic chatbots mistake hostile bullying ('nobody likes you') for friendly idioms.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88720"/>
            <a:ext cx="36118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298448"/>
            <a:ext cx="3337560" cy="384048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NEUROBRIDGE DUAL-ENGINE (Double Empathy 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719072"/>
            <a:ext cx="3429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1E293B"/>
                </a:solidFill>
              </a:defRPr>
            </a:pPr>
            <a:r>
              <a:t>✔  Reciprocal Subtext Translation: Translates idioms for autistic wearers and directness for neurotypical peers.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✔  Ubiquitous Zero-Cost Hardware: Runs in browser on existing laptops/phones (https://hack2health.vercel.app).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✔  4-in-1 Multimodal Timeline: Unifies Speech, Switch-Scanning, AAC Chips, and 3D MediaPipe Stim Gestures.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✔  Wearer-Sovereign Safety Net: On-demand GPS &amp; Communication Passport dispatch without 24/7 surveillance.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✔  Anti-Gaslighting Hostility Shield: Detects malicious insults and protects against Rejection Dysphoria (RSD).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6118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298448"/>
            <a:ext cx="333756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THE PROBLEM WE SOLVE (The Social Cliff)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19072"/>
            <a:ext cx="3429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1E293B"/>
                </a:solidFill>
              </a:defRPr>
            </a:pPr>
            <a:r>
              <a:t>🎯  The 40% Segregation Cliff: Over 40% of autistic students spend school in segregated classes (NCES Data).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🎯  Abrupt Aid Termination: Transition to college/work brings sudden loss of 1:1 paraprofessional aides.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🎯  Situational Mutism In Crises: High sensory environments (cafeterias &gt;75dB) cause vocal speech loss.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🎯  Masking &amp; Autistic Burnout: Forcing neurotypical imitation causes chronic fatigue, anxiety, and depression.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🎯  Dignified Healthcare Mission: Empowering autonomous social agency and mutual cross-neurotype respect.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891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OUR MULTIMODAL ASSISTIVE INTELLIGENCE LOOP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7548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417320" y="4864608"/>
            <a:ext cx="3200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166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INGEST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Audio, Switch,</a:t>
            </a:r>
            <a:br/>
            <a:r>
              <a:t>AAC, 3D Stims</a:t>
            </a:r>
          </a:p>
        </p:txBody>
      </p:sp>
      <p:sp>
        <p:nvSpPr>
          <p:cNvPr id="19" name="Oval 18"/>
          <p:cNvSpPr/>
          <p:nvPr/>
        </p:nvSpPr>
        <p:spPr>
          <a:xfrm>
            <a:off x="2276856" y="47548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825496" y="4864608"/>
            <a:ext cx="3200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73936" y="5166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RADAR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Acoustic dB &amp;</a:t>
            </a:r>
            <a:br/>
            <a:r>
              <a:t>Noise Monitor</a:t>
            </a:r>
          </a:p>
        </p:txBody>
      </p:sp>
      <p:sp>
        <p:nvSpPr>
          <p:cNvPr id="22" name="Oval 21"/>
          <p:cNvSpPr/>
          <p:nvPr/>
        </p:nvSpPr>
        <p:spPr>
          <a:xfrm>
            <a:off x="3685032" y="47548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233672" y="4864608"/>
            <a:ext cx="3200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5166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KINEMATICS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800ms Buffer &amp;</a:t>
            </a:r>
            <a:br/>
            <a:r>
              <a:t>Fingertip Curl</a:t>
            </a:r>
          </a:p>
        </p:txBody>
      </p:sp>
      <p:sp>
        <p:nvSpPr>
          <p:cNvPr id="25" name="Oval 24"/>
          <p:cNvSpPr/>
          <p:nvPr/>
        </p:nvSpPr>
        <p:spPr>
          <a:xfrm>
            <a:off x="5093208" y="47548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641848" y="4864608"/>
            <a:ext cx="3200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5166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DOUBLE EMPATHY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Milton (2012)</a:t>
            </a:r>
            <a:br/>
            <a:r>
              <a:t>Pragmatic Rules</a:t>
            </a:r>
          </a:p>
        </p:txBody>
      </p:sp>
      <p:sp>
        <p:nvSpPr>
          <p:cNvPr id="28" name="Oval 27"/>
          <p:cNvSpPr/>
          <p:nvPr/>
        </p:nvSpPr>
        <p:spPr>
          <a:xfrm>
            <a:off x="6501384" y="4754880"/>
            <a:ext cx="365760" cy="36576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050024" y="4864608"/>
            <a:ext cx="3200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5166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DUAL-ENGINE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Gemini 2.5 Flash</a:t>
            </a:r>
            <a:br/>
            <a:r>
              <a:t>+ Offline Regex</a:t>
            </a:r>
          </a:p>
        </p:txBody>
      </p:sp>
      <p:sp>
        <p:nvSpPr>
          <p:cNvPr id="31" name="Oval 30"/>
          <p:cNvSpPr/>
          <p:nvPr/>
        </p:nvSpPr>
        <p:spPr>
          <a:xfrm>
            <a:off x="7909560" y="4754880"/>
            <a:ext cx="365760" cy="36576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458200" y="4864608"/>
            <a:ext cx="3200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5166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CLARIFY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Subtext Cards</a:t>
            </a:r>
            <a:br/>
            <a:r>
              <a:t>&amp; Intent Shield</a:t>
            </a:r>
          </a:p>
        </p:txBody>
      </p:sp>
      <p:sp>
        <p:nvSpPr>
          <p:cNvPr id="34" name="Oval 33"/>
          <p:cNvSpPr/>
          <p:nvPr/>
        </p:nvSpPr>
        <p:spPr>
          <a:xfrm>
            <a:off x="9317736" y="4754880"/>
            <a:ext cx="365760" cy="36576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866376" y="4864608"/>
            <a:ext cx="32004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14816" y="5166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SAFETY NET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GPS Beacon &amp;</a:t>
            </a:r>
            <a:br/>
            <a:r>
              <a:t>Medical Passport</a:t>
            </a:r>
          </a:p>
        </p:txBody>
      </p:sp>
      <p:sp>
        <p:nvSpPr>
          <p:cNvPr id="37" name="Oval 36"/>
          <p:cNvSpPr/>
          <p:nvPr/>
        </p:nvSpPr>
        <p:spPr>
          <a:xfrm>
            <a:off x="10725912" y="4754880"/>
            <a:ext cx="365760" cy="36576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22992" y="5166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DELIVER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SSE Dashboard &amp;</a:t>
            </a:r>
            <a:br/>
            <a:r>
              <a:t>Peer Circles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0" y="5897880"/>
            <a:ext cx="6705295" cy="41148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ADAPTIVE DUAL-ENGINE: Continuously personalizes vocabulary &amp; suppresses downvoted idioms in real 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@H2H Idea submission- Template                                                                                                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Team NeuroBridge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0116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182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47857"/>
                </a:solidFill>
              </a:defRPr>
            </a:pPr>
            <a:r>
              <a:t>HACK2HEAL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2.0 •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20116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828800" cy="34747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36192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Spoken Audio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Web Speech API streaming raw acoustic input in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05456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Switch Scanning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Single-switch scanning keyboard for fine motor differences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01568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38144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Typed AAC Chips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Structured quick-response non-verbal symbol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34256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370832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3D Hand Tracking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MediaPipe 21-joint 3D kinematic landmark coordinates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66944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303520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Sensory Decibels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Web Audio API real-time acoustic sound pressure (SPL)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414016" y="3474720"/>
            <a:ext cx="128016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78608" y="1005840"/>
            <a:ext cx="20116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70048" y="1115568"/>
            <a:ext cx="182880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70048" y="1536192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15768" y="1572768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Input Ingestion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Unified stream normalization via centralized /api/analyze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0048" y="2468880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2505456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Kinematic Buffer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12-frame rolling buffer (~800ms) tracking velocity &amp; reversals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70048" y="3401568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3438144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Curl Verification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Fingertip-wrist angle check eliminates resting hand false alarms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70048" y="4334256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5768" y="4370832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Data Cleansing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Disfluency &amp; filler word extraction preserves core sentiment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70048" y="5266944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15768" y="5303520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Session State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Local cache persists calibrated gestures &amp; emergency profile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626864" y="3474720"/>
            <a:ext cx="128016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91456" y="1005840"/>
            <a:ext cx="20116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82896" y="1115568"/>
            <a:ext cx="1828800" cy="34747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PREDICTION ENGINE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82896" y="1536192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28616" y="1572768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Google Gemini 2.5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Primary LLM: deep pragmatic subtext resolution &amp; reasoning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82896" y="2468880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8616" y="2505456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Offline Heuristics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Zero-downtime regex engine for transit tunnels / basements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82896" y="3401568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28616" y="3438144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Double Empathy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Bidirectional classification: idiom, sarcasm, bluntness, hostile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82896" y="4334256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28616" y="4370832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Anti-Gaslighting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Shield: Detects malice, refuses to excuse bullying as idioms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82896" y="5266944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28616" y="5303520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Personalization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Real-time feedback loop suppresses disliked clarification types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6839712" y="3474720"/>
            <a:ext cx="128016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004304" y="1005840"/>
            <a:ext cx="20116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095744" y="1115568"/>
            <a:ext cx="1828800" cy="347472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SOVEREIGN OUTPUTS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95744" y="1536192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41464" y="1572768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Clarification Cards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Real-time contextual meaning displayed in chat timeline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95744" y="2468880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41464" y="2505456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Sovereign Safety Net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GPS emergency beacon &amp; situational mutism alert dispatch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95744" y="3401568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41464" y="3438144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Communication ID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Digital medical card for first responders &amp; educators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95744" y="4334256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41464" y="4370832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Tactful Exit Card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One-tap polite sensory recharge boundary notifications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95744" y="5266944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41464" y="5303520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Peer Social Hub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Parallel-play virtual co-working with zero small-talk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17152" y="1005840"/>
            <a:ext cx="20116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308592" y="1115568"/>
            <a:ext cx="1828800" cy="347472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08592" y="1536192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54312" y="1572768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Frontend Core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React 19, Vite 8.3, Glassmorphism CSS Design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08592" y="2468880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54312" y="2505456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Backend Engine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Node.js, Express.js REST API, Server-Sent Events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08592" y="3401568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54312" y="3438144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AI &amp; Vision Core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Google Gemini 2.5 Flash, MediaPipe Vision Wasm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08592" y="4334256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54312" y="4370832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Accessibility APIs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Web Speech API, DeviceMotion (G-Force), Geolocation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308592" y="5266944"/>
            <a:ext cx="18288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54312" y="5303520"/>
            <a:ext cx="1737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Deployment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Vercel Edge Serverless, GitHub CI/CD, Automated Tests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@H2H Idea submission- Template                                                                                                   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Team NeuroBridge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0116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FEASIBILITY AND VIABILITY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182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47857"/>
                </a:solidFill>
              </a:defRPr>
            </a:pPr>
            <a:r>
              <a:t>HACK2HEAL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2.0 •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1430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1645920" cy="32004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✔ FEASIBILITY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661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47857"/>
                </a:solidFill>
              </a:defRPr>
            </a:pPr>
            <a:r>
              <a:t>• Zero Hardware Barrier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Runs on ubiquitous web browsers (Chrome, Safari, Edge) on existing student phones and laptops. Eliminates $7,000 proprietary hardware barriers.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508760"/>
            <a:ext cx="35661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39" y="15544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47857"/>
                </a:solidFill>
              </a:defRPr>
            </a:pPr>
            <a:r>
              <a:t>• Production Proven Today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Live full-stack deployment active on Vercel at https://hack2health.vercel.app. Instant edge execution across worldwide edge nodes.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1508760"/>
            <a:ext cx="35661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8" y="15544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47857"/>
                </a:solidFill>
              </a:defRPr>
            </a:pPr>
            <a:r>
              <a:t>• Cost &amp; Scale Efficiency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Serverless micro-architecture executes Gemini 2.5 Flash only on demand, costing &lt;$0.01 per conversation with zero idle infrastructure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88920"/>
            <a:ext cx="11430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898648"/>
            <a:ext cx="1645920" cy="320040"/>
          </a:xfrm>
          <a:prstGeom prst="round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⚠ KEY CHALLENGES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35661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3756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BE123C"/>
                </a:solidFill>
              </a:defRPr>
            </a:pPr>
            <a:r>
              <a:t>• High Acoustic Noise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Cafeteria background chatter (75–85 dB) degrades standard browser microphone speech recognition accuracy during social transitions.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291840"/>
            <a:ext cx="35661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333756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BE123C"/>
                </a:solidFill>
              </a:defRPr>
            </a:pPr>
            <a:r>
              <a:t>• Mobile OS Sensor Throttling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Mobile Android and iOS operating systems suspend background browser tab sensors and camera feeds when the screen is locked.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8" y="3291840"/>
            <a:ext cx="35661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8" y="333756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BE123C"/>
                </a:solidFill>
              </a:defRPr>
            </a:pPr>
            <a:r>
              <a:t>• AAC Typo &amp; Lexical Noise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Autistic disfluency, dyspraxia, or rapid typing generates phonetic spelling errors ('neeeed a brek') that bypass simple regex matching.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572000"/>
            <a:ext cx="11430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681728"/>
            <a:ext cx="1645920" cy="3200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🎯 OUR STRATEGY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35661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206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D4ED8"/>
                </a:solidFill>
              </a:defRPr>
            </a:pPr>
            <a:r>
              <a:t>• Multimodal Input Fallback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When noise peaks on the Sensory Radar, the wearer seamlessly shifts to single-switch scanning or one-tap quick-response AAC chips with zero downtime.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5074920"/>
            <a:ext cx="35661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39" y="51206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D4ED8"/>
                </a:solidFill>
              </a:defRPr>
            </a:pPr>
            <a:r>
              <a:t>• Native Daemon Packaging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Phase 3 roadmap packages the web app into a Capacitor/React Native daemon with an Android Foreground Service for locked-screen fall monitoring.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8" y="5074920"/>
            <a:ext cx="35661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8" y="51206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D4ED8"/>
                </a:solidFill>
              </a:defRPr>
            </a:pPr>
            <a:r>
              <a:t>• LLM Intent Reconstruction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Gemini 2.5 Flash semantically extracts the core emotional/functional intent from disjointed spelling without judging grammar or penalizing the user.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@H2H Idea submission- Template                                                                                                     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Team NeuroBridge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0116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IMPACT AND BENEFITS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182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47857"/>
                </a:solidFill>
              </a:defRPr>
            </a:pPr>
            <a:r>
              <a:t>HACK2HEAL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2.0 •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14300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3840480" cy="34747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👥 POTENTIAL IMPACT ON TARGET AUDIENCE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36192"/>
            <a:ext cx="35661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AUTISTIC YOUNG ADULTS (14-24)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Overcoming The Social Cliff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Eliminates reliance on 1:1 human aides upon graduation.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Prevents situational mutism panic via quick AAC &amp; stims.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Tactful Exit Cards lower autistic masking burnout.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Empowers genuine self-advocacy in social spaces.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536192"/>
            <a:ext cx="35661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39" y="157276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PARENTS &amp; GUARDIANS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Sovereign Peace of Mind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Real-time GPS safe perimeter tracking on Guardian View.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Alerts sent automatically during acute sensory distress.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Zero invasive 24/7 spying: telemetry sent by wearer consent.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Direct emergency calling with real-time location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1536192"/>
            <a:ext cx="35661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8" y="157276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EDUCATORS &amp; PEERS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Mutual Understanding (Double Empathy)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Educates peers: bluntness is clear honesty, not malice.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Explains stimming as joyful energy regulation, not crisis.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Equips college counselors with Communication Passports.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Promotes inclusive parallel-play study environments.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03320"/>
            <a:ext cx="114300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813048"/>
            <a:ext cx="3291840" cy="347472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✔ BENEFITS OF THE 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33672"/>
            <a:ext cx="35661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7024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7857"/>
                </a:solidFill>
              </a:defRPr>
            </a:pPr>
            <a:r>
              <a:t>SOCIAL BENEFITS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Inclusion Without Forced Masking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Fosters authentic neurodivergent friendships.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Social Wingman matches intense shared passions.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Replaces anxiety with structured, predictable interactions.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Destigmatizes stimming and AAC communication in public.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4233672"/>
            <a:ext cx="35661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427024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7857"/>
                </a:solidFill>
              </a:defRPr>
            </a:pPr>
            <a:r>
              <a:t>ECONOMIC BENEFITS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Democratizing $7,000 Medical Tech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Saves families $4,000–$8,000 per user vs proprietary hardware.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Reduces institutional special education aide expenses.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Zero subscription barrier: free open-access web prototype.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Runs on existing hardware without insurance delays.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8" y="4233672"/>
            <a:ext cx="35661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8" y="427024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7857"/>
                </a:solidFill>
              </a:defRPr>
            </a:pPr>
            <a:r>
              <a:t>HEALTHCARE &amp; CLINICAL BENEFITS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Preventative Mental Health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Drastically lowers autistic burnout and clinical depression.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Reduces emergency room visits from panic &amp; disorientations.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First responders receive immediate sensory crisis protocols.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18 automated self-tests guarantee verified API robustness.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@H2H Idea submission- Template                                                                                                   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Team NeuroBridge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0116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182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47857"/>
                </a:solidFill>
              </a:defRPr>
            </a:pPr>
            <a:r>
              <a:t>HACK2HEAL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2.0 •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5778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530352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📚 PEER-REVIEWED CLINICAL &amp; SCIENTIFIC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6D28D9"/>
                </a:solidFill>
              </a:defRPr>
            </a:pPr>
            <a:r>
              <a:t>1. The Double Empathy Problem (Milton, 2012)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Milton, D. E. (2012). 'On the ontological status of autism: the 'double empathy problem'.' Disability &amp; Society, 27(6), 883-887.</a:t>
            </a:r>
          </a:p>
          <a:p>
            <a:pPr>
              <a:defRPr sz="750">
                <a:solidFill>
                  <a:srgbClr val="1D4ED8"/>
                </a:solidFill>
              </a:defRPr>
            </a:pPr>
            <a:r>
              <a:t>Link: https://doi.org/10.1080/09687599.2012.710008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Impact on Solution: Theoretical foundation: proves communication mismatch is reciprocal, not an autistic deficit.</a:t>
            </a:r>
            <a:br/>
          </a:p>
          <a:p>
            <a:pPr>
              <a:defRPr sz="1000" b="1">
                <a:solidFill>
                  <a:srgbClr val="6D28D9"/>
                </a:solidFill>
              </a:defRPr>
            </a:pPr>
            <a:r>
              <a:t>2. Educational Segregation &amp; The Social Cliff (NCES, 2024)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U.S. Dept. of Education, National Center for Education Statistics. Digest of Education Statistics, Table 204.60 &amp; IDEA Section 618.</a:t>
            </a:r>
          </a:p>
          <a:p>
            <a:pPr>
              <a:defRPr sz="750">
                <a:solidFill>
                  <a:srgbClr val="1D4ED8"/>
                </a:solidFill>
              </a:defRPr>
            </a:pPr>
            <a:r>
              <a:t>Link: https://nces.ed.gov/programs/digest/d23/tables/dt23_204.60.asp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Impact on Solution: Sourced data: Over 40% of autistic students are segregated in K-12 schooling, facing the Social Cliff upon transition.</a:t>
            </a:r>
            <a:br/>
          </a:p>
          <a:p>
            <a:pPr>
              <a:defRPr sz="1000" b="1">
                <a:solidFill>
                  <a:srgbClr val="6D28D9"/>
                </a:solidFill>
              </a:defRPr>
            </a:pPr>
            <a:r>
              <a:t>3. Defining Autistic Burnout &amp; Camouflaging (Raymaker et al., 2020)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Raymaker, D. M., et al. (2020). 'Having All of Your Internal Resources Exhausted: Defining Autistic Burnout.' Autism in Adulthood, 2(2), 132-143.</a:t>
            </a:r>
          </a:p>
          <a:p>
            <a:pPr>
              <a:defRPr sz="750">
                <a:solidFill>
                  <a:srgbClr val="1D4ED8"/>
                </a:solidFill>
              </a:defRPr>
            </a:pPr>
            <a:r>
              <a:t>Link: https://doi.org/10.1089/aut.2019.0079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Impact on Solution: Clinical basis for Tactful Exit Cards: continuous masking leads to severe cognitive and functional exhaustion.</a:t>
            </a:r>
            <a:br/>
          </a:p>
          <a:p>
            <a:pPr>
              <a:defRPr sz="1000" b="1">
                <a:solidFill>
                  <a:srgbClr val="6D28D9"/>
                </a:solidFill>
              </a:defRPr>
            </a:pPr>
            <a:r>
              <a:t>4. Rejection Sensitive Dysphoria &amp; Neurodivergence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Bedrossian, L. (2021). 'Understand and address rejection sensitive dysphoria.' Mental Health Practice, 24(6).</a:t>
            </a:r>
          </a:p>
          <a:p>
            <a:pPr>
              <a:defRPr sz="750">
                <a:solidFill>
                  <a:srgbClr val="1D4ED8"/>
                </a:solidFill>
              </a:defRPr>
            </a:pPr>
            <a:r>
              <a:t>Link: https://doi.org/10.7748/mhp.2021.e1564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Impact on Solution: Guides our Anti-Gaslighting Hostility Shield: protects wearers from misinterpreting abusive insults as benign idioms.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5778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115568"/>
            <a:ext cx="5303520" cy="38404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🌐 LIVE PLATFORM, OPEN-SOURCE CODE &amp; SYSTEM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F172A"/>
                </a:solidFill>
              </a:defRPr>
            </a:pPr>
            <a:r>
              <a:t>• Live Deployed Application</a:t>
            </a:r>
          </a:p>
          <a:p>
            <a:pPr>
              <a:defRPr sz="900" b="1">
                <a:solidFill>
                  <a:srgbClr val="1D4ED8"/>
                </a:solidFill>
              </a:defRPr>
            </a:pPr>
            <a:r>
              <a:t>https://hack2health.vercel.app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Active Vercel production deployment with Google Gemini 2.5 Flash LLM integration.</a:t>
            </a:r>
            <a:br/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Mobile Guardian Safety Companion</a:t>
            </a:r>
          </a:p>
          <a:p>
            <a:pPr>
              <a:defRPr sz="900" b="1">
                <a:solidFill>
                  <a:srgbClr val="1D4ED8"/>
                </a:solidFill>
              </a:defRPr>
            </a:pPr>
            <a:r>
              <a:t>https://hack2health.vercel.app/?view=guardian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Live SSE real-time telemetry dashboard streaming GPS coordinates &amp; decibel readings.</a:t>
            </a:r>
            <a:br/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Official GitHub Repository</a:t>
            </a:r>
          </a:p>
          <a:p>
            <a:pPr>
              <a:defRPr sz="900" b="1">
                <a:solidFill>
                  <a:srgbClr val="1D4ED8"/>
                </a:solidFill>
              </a:defRPr>
            </a:pPr>
            <a:r>
              <a:t>https://github.com/tharunya0105-afk/hack2health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Full open-source codebase with React 19 frontend, Express backend &amp; gesture modules.</a:t>
            </a:r>
            <a:br/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Automated End-to-End Test Suite</a:t>
            </a:r>
          </a:p>
          <a:p>
            <a:pPr>
              <a:defRPr sz="900" b="1">
                <a:solidFill>
                  <a:srgbClr val="1D4ED8"/>
                </a:solidFill>
              </a:defRPr>
            </a:pPr>
            <a:r>
              <a:t>backend/test-suite.js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18 automated tests verifying multimodal ingestion, scanning keyboards &amp; adversarial speech.</a:t>
            </a:r>
            <a:br/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Complete Video Demonstration</a:t>
            </a:r>
          </a:p>
          <a:p>
            <a:pPr>
              <a:defRPr sz="900" b="1">
                <a:solidFill>
                  <a:srgbClr val="1D4ED8"/>
                </a:solidFill>
              </a:defRPr>
            </a:pPr>
            <a:r>
              <a:t>gallery/neurobridge_demo_video.mp4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1.63-minute 30FPS MP4 video walkthrough covering all 15 system capabilities.</a:t>
            </a:r>
            <a:br/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MediaPipe HandLandmarker API</a:t>
            </a:r>
          </a:p>
          <a:p>
            <a:pPr>
              <a:defRPr sz="900" b="1">
                <a:solidFill>
                  <a:srgbClr val="1D4ED8"/>
                </a:solidFill>
              </a:defRPr>
            </a:pPr>
            <a:r>
              <a:t>https://developers.google.com/mediapipe/solutions/vision/hand_landmarker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Float16 WebAssembly hand tracking tracking 21 3D landmarks in-browser.</a:t>
            </a:r>
            <a:br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@H2H Idea submission- Template                                                                                                                                         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