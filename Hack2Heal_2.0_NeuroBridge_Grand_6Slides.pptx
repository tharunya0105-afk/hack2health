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Team NeuroBridge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320040"/>
            <a:ext cx="13716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HACK2HEAL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2.0 •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16459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Hack2Heal 2.0 • Global Healthcare Hackathon</a:t>
            </a:r>
          </a:p>
          <a:p>
            <a:pPr algn="ctr">
              <a:defRPr sz="3200" b="1">
                <a:solidFill>
                  <a:srgbClr val="0F172A"/>
                </a:solidFill>
              </a:defRPr>
            </a:pPr>
            <a:r>
              <a:t>NEUROBRIDGE: LifeConnect &amp; SocialOrbit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Wearer-Controlled Multimodal Communication Bridge &amp; Sovereign Safety Net Grounded in Double Empathy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7857"/>
                </a:solidFill>
              </a:defRPr>
            </a:pPr>
            <a:r>
              <a:t>TEAM DETAILS &amp; TRACK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• Track: Digital Health • Assistive Medical Technology • AI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Team Name – Team NeuroBridge</a:t>
            </a:r>
          </a:p>
          <a:p>
            <a:pPr>
              <a:defRPr sz="1150" b="0">
                <a:solidFill>
                  <a:srgbClr val="0F172A"/>
                </a:solidFill>
              </a:defRPr>
            </a:pPr>
            <a:r>
              <a:t>• Team Lead – [Your Name]</a:t>
            </a:r>
          </a:p>
          <a:p>
            <a:pPr>
              <a:defRPr sz="1150" b="0">
                <a:solidFill>
                  <a:srgbClr val="0F172A"/>
                </a:solidFill>
              </a:defRPr>
            </a:pPr>
            <a:r>
              <a:t>• Member 2 – [Team Member 2]</a:t>
            </a:r>
          </a:p>
          <a:p>
            <a:pPr>
              <a:defRPr sz="1150" b="0">
                <a:solidFill>
                  <a:srgbClr val="0F172A"/>
                </a:solidFill>
              </a:defRPr>
            </a:pPr>
            <a:r>
              <a:t>• Member 3 – [Team Member 3]</a:t>
            </a:r>
          </a:p>
          <a:p>
            <a:pPr>
              <a:defRPr sz="1150" b="0">
                <a:solidFill>
                  <a:srgbClr val="0F172A"/>
                </a:solidFill>
              </a:defRPr>
            </a:pPr>
            <a:r>
              <a:t>• Member 4 – [Team Member 4]</a:t>
            </a:r>
          </a:p>
          <a:p>
            <a:pPr>
              <a:defRPr sz="1150" b="1">
                <a:solidFill>
                  <a:srgbClr val="1D4ED8"/>
                </a:solidFill>
              </a:defRPr>
            </a:pPr>
            <a:r>
              <a:t>• Live Deployed URL: https://hack2health.vercel.app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017520"/>
            <a:ext cx="530352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live_conversation_b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154680"/>
            <a:ext cx="5029200" cy="33740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@H2H Idea submission- Template                                                                                                                                       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