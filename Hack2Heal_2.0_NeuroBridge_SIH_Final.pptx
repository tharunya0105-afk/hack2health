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5BA9F4-3A50-466A-ACCB-BD64C87A2140}" v="13" dt="2026-08-28T18:55:57.6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mitha C" userId="7e7e72cd5b02ab64" providerId="LiveId" clId="{81C916D7-DB3E-4376-999D-A0F2C71F683B}"/>
    <pc:docChg chg="undo custSel addSld modSld">
      <pc:chgData name="Susmitha C" userId="7e7e72cd5b02ab64" providerId="LiveId" clId="{81C916D7-DB3E-4376-999D-A0F2C71F683B}" dt="2026-08-28T19:19:28.793" v="270" actId="14100"/>
      <pc:docMkLst>
        <pc:docMk/>
      </pc:docMkLst>
      <pc:sldChg chg="addSp delSp modSp mod">
        <pc:chgData name="Susmitha C" userId="7e7e72cd5b02ab64" providerId="LiveId" clId="{81C916D7-DB3E-4376-999D-A0F2C71F683B}" dt="2026-08-28T18:46:58.202" v="210" actId="1076"/>
        <pc:sldMkLst>
          <pc:docMk/>
          <pc:sldMk cId="1959612910" sldId="256"/>
        </pc:sldMkLst>
        <pc:spChg chg="mod">
          <ac:chgData name="Susmitha C" userId="7e7e72cd5b02ab64" providerId="LiveId" clId="{81C916D7-DB3E-4376-999D-A0F2C71F683B}" dt="2026-08-28T18:18:36.147" v="93" actId="14100"/>
          <ac:spMkLst>
            <pc:docMk/>
            <pc:sldMk cId="1959612910" sldId="256"/>
            <ac:spMk id="27" creationId="{B4725E38-C577-5EF0-022B-B0E60706AD69}"/>
          </ac:spMkLst>
        </pc:spChg>
        <pc:spChg chg="mod">
          <ac:chgData name="Susmitha C" userId="7e7e72cd5b02ab64" providerId="LiveId" clId="{81C916D7-DB3E-4376-999D-A0F2C71F683B}" dt="2026-08-28T18:46:58.202" v="210" actId="1076"/>
          <ac:spMkLst>
            <pc:docMk/>
            <pc:sldMk cId="1959612910" sldId="256"/>
            <ac:spMk id="32" creationId="{00000000-0000-0000-0000-000000000000}"/>
          </ac:spMkLst>
        </pc:spChg>
        <pc:picChg chg="mod">
          <ac:chgData name="Susmitha C" userId="7e7e72cd5b02ab64" providerId="LiveId" clId="{81C916D7-DB3E-4376-999D-A0F2C71F683B}" dt="2026-08-28T18:05:06.096" v="64" actId="1076"/>
          <ac:picMkLst>
            <pc:docMk/>
            <pc:sldMk cId="1959612910" sldId="256"/>
            <ac:picMk id="29" creationId="{5572FCA9-6CE7-EBF7-06DB-9B2E840CAF7D}"/>
          </ac:picMkLst>
        </pc:picChg>
        <pc:picChg chg="del mod">
          <ac:chgData name="Susmitha C" userId="7e7e72cd5b02ab64" providerId="LiveId" clId="{81C916D7-DB3E-4376-999D-A0F2C71F683B}" dt="2026-08-28T18:13:48.063" v="77" actId="478"/>
          <ac:picMkLst>
            <pc:docMk/>
            <pc:sldMk cId="1959612910" sldId="256"/>
            <ac:picMk id="34" creationId="{8482698C-4983-E494-E26D-AEDC8C71063C}"/>
          </ac:picMkLst>
        </pc:picChg>
        <pc:picChg chg="add mod">
          <ac:chgData name="Susmitha C" userId="7e7e72cd5b02ab64" providerId="LiveId" clId="{81C916D7-DB3E-4376-999D-A0F2C71F683B}" dt="2026-08-28T18:13:24.026" v="76" actId="1076"/>
          <ac:picMkLst>
            <pc:docMk/>
            <pc:sldMk cId="1959612910" sldId="256"/>
            <ac:picMk id="36" creationId="{92D21D60-4CC5-108C-F043-3B45D7BB5390}"/>
          </ac:picMkLst>
        </pc:picChg>
        <pc:picChg chg="add mod">
          <ac:chgData name="Susmitha C" userId="7e7e72cd5b02ab64" providerId="LiveId" clId="{81C916D7-DB3E-4376-999D-A0F2C71F683B}" dt="2026-08-28T18:14:03.539" v="80" actId="1076"/>
          <ac:picMkLst>
            <pc:docMk/>
            <pc:sldMk cId="1959612910" sldId="256"/>
            <ac:picMk id="38" creationId="{35B016A3-8113-E3A6-5366-3BCB06C24A25}"/>
          </ac:picMkLst>
        </pc:picChg>
      </pc:sldChg>
      <pc:sldChg chg="addSp delSp modSp new mod">
        <pc:chgData name="Susmitha C" userId="7e7e72cd5b02ab64" providerId="LiveId" clId="{81C916D7-DB3E-4376-999D-A0F2C71F683B}" dt="2026-08-28T18:56:07.193" v="226" actId="1076"/>
        <pc:sldMkLst>
          <pc:docMk/>
          <pc:sldMk cId="3340342499" sldId="257"/>
        </pc:sldMkLst>
        <pc:spChg chg="del">
          <ac:chgData name="Susmitha C" userId="7e7e72cd5b02ab64" providerId="LiveId" clId="{81C916D7-DB3E-4376-999D-A0F2C71F683B}" dt="2026-08-28T18:00:22.428" v="1" actId="478"/>
          <ac:spMkLst>
            <pc:docMk/>
            <pc:sldMk cId="3340342499" sldId="257"/>
            <ac:spMk id="2" creationId="{E201ED01-185D-2641-8D37-32DE09B3D530}"/>
          </ac:spMkLst>
        </pc:spChg>
        <pc:spChg chg="del">
          <ac:chgData name="Susmitha C" userId="7e7e72cd5b02ab64" providerId="LiveId" clId="{81C916D7-DB3E-4376-999D-A0F2C71F683B}" dt="2026-08-28T18:00:27.138" v="2" actId="478"/>
          <ac:spMkLst>
            <pc:docMk/>
            <pc:sldMk cId="3340342499" sldId="257"/>
            <ac:spMk id="3" creationId="{225881A6-6CDB-3095-7573-D7BB2B363028}"/>
          </ac:spMkLst>
        </pc:spChg>
        <pc:spChg chg="add mod">
          <ac:chgData name="Susmitha C" userId="7e7e72cd5b02ab64" providerId="LiveId" clId="{81C916D7-DB3E-4376-999D-A0F2C71F683B}" dt="2026-08-28T18:00:43.639" v="3"/>
          <ac:spMkLst>
            <pc:docMk/>
            <pc:sldMk cId="3340342499" sldId="257"/>
            <ac:spMk id="4" creationId="{6DD19D13-AC71-92E3-1B8B-1BE946D574A9}"/>
          </ac:spMkLst>
        </pc:spChg>
        <pc:spChg chg="add del mod">
          <ac:chgData name="Susmitha C" userId="7e7e72cd5b02ab64" providerId="LiveId" clId="{81C916D7-DB3E-4376-999D-A0F2C71F683B}" dt="2026-08-28T18:56:01.673" v="225" actId="478"/>
          <ac:spMkLst>
            <pc:docMk/>
            <pc:sldMk cId="3340342499" sldId="257"/>
            <ac:spMk id="6" creationId="{99DA88E2-8440-9A68-E74D-ECF88AB4C5A7}"/>
          </ac:spMkLst>
        </pc:spChg>
        <pc:spChg chg="add del mod">
          <ac:chgData name="Susmitha C" userId="7e7e72cd5b02ab64" providerId="LiveId" clId="{81C916D7-DB3E-4376-999D-A0F2C71F683B}" dt="2026-08-28T18:03:06.356" v="38" actId="478"/>
          <ac:spMkLst>
            <pc:docMk/>
            <pc:sldMk cId="3340342499" sldId="257"/>
            <ac:spMk id="6" creationId="{FCF87C10-BA37-A7A7-8D4A-9A86F7C8C705}"/>
          </ac:spMkLst>
        </pc:spChg>
        <pc:spChg chg="add mod">
          <ac:chgData name="Susmitha C" userId="7e7e72cd5b02ab64" providerId="LiveId" clId="{81C916D7-DB3E-4376-999D-A0F2C71F683B}" dt="2026-08-28T18:18:49.616" v="94" actId="1076"/>
          <ac:spMkLst>
            <pc:docMk/>
            <pc:sldMk cId="3340342499" sldId="257"/>
            <ac:spMk id="8" creationId="{69FB0BC7-7491-45B9-3CCC-AC26CFC52FB0}"/>
          </ac:spMkLst>
        </pc:spChg>
        <pc:spChg chg="add mod">
          <ac:chgData name="Susmitha C" userId="7e7e72cd5b02ab64" providerId="LiveId" clId="{81C916D7-DB3E-4376-999D-A0F2C71F683B}" dt="2026-08-28T18:04:12.033" v="59" actId="767"/>
          <ac:spMkLst>
            <pc:docMk/>
            <pc:sldMk cId="3340342499" sldId="257"/>
            <ac:spMk id="9" creationId="{B387EF23-5E16-F768-5CE4-214199F2630F}"/>
          </ac:spMkLst>
        </pc:spChg>
        <pc:spChg chg="add">
          <ac:chgData name="Susmitha C" userId="7e7e72cd5b02ab64" providerId="LiveId" clId="{81C916D7-DB3E-4376-999D-A0F2C71F683B}" dt="2026-08-28T18:09:00.194" v="70" actId="22"/>
          <ac:spMkLst>
            <pc:docMk/>
            <pc:sldMk cId="3340342499" sldId="257"/>
            <ac:spMk id="15" creationId="{F63D3A55-1C34-359D-BCE5-3EE737D46C98}"/>
          </ac:spMkLst>
        </pc:spChg>
        <pc:spChg chg="add mod">
          <ac:chgData name="Susmitha C" userId="7e7e72cd5b02ab64" providerId="LiveId" clId="{81C916D7-DB3E-4376-999D-A0F2C71F683B}" dt="2026-08-28T18:09:17.344" v="72" actId="1076"/>
          <ac:spMkLst>
            <pc:docMk/>
            <pc:sldMk cId="3340342499" sldId="257"/>
            <ac:spMk id="16" creationId="{00000000-0000-0000-0000-000000000000}"/>
          </ac:spMkLst>
        </pc:spChg>
        <pc:picChg chg="add del mod">
          <ac:chgData name="Susmitha C" userId="7e7e72cd5b02ab64" providerId="LiveId" clId="{81C916D7-DB3E-4376-999D-A0F2C71F683B}" dt="2026-08-28T18:55:38.827" v="218" actId="478"/>
          <ac:picMkLst>
            <pc:docMk/>
            <pc:sldMk cId="3340342499" sldId="257"/>
            <ac:picMk id="3" creationId="{C806DC78-F671-3B40-F24A-3CF343485855}"/>
          </ac:picMkLst>
        </pc:picChg>
        <pc:picChg chg="add mod">
          <ac:chgData name="Susmitha C" userId="7e7e72cd5b02ab64" providerId="LiveId" clId="{81C916D7-DB3E-4376-999D-A0F2C71F683B}" dt="2026-08-28T18:56:07.193" v="226" actId="1076"/>
          <ac:picMkLst>
            <pc:docMk/>
            <pc:sldMk cId="3340342499" sldId="257"/>
            <ac:picMk id="5" creationId="{808BEAD7-D128-92C0-6C25-DE576632BD8F}"/>
          </ac:picMkLst>
        </pc:picChg>
        <pc:picChg chg="add mod">
          <ac:chgData name="Susmitha C" userId="7e7e72cd5b02ab64" providerId="LiveId" clId="{81C916D7-DB3E-4376-999D-A0F2C71F683B}" dt="2026-08-28T18:04:48.449" v="63" actId="1076"/>
          <ac:picMkLst>
            <pc:docMk/>
            <pc:sldMk cId="3340342499" sldId="257"/>
            <ac:picMk id="11" creationId="{B9E6863C-FC6E-9F40-516F-127B5E119E4B}"/>
          </ac:picMkLst>
        </pc:picChg>
        <pc:picChg chg="add del mod">
          <ac:chgData name="Susmitha C" userId="7e7e72cd5b02ab64" providerId="LiveId" clId="{81C916D7-DB3E-4376-999D-A0F2C71F683B}" dt="2026-08-28T18:17:29.794" v="85" actId="478"/>
          <ac:picMkLst>
            <pc:docMk/>
            <pc:sldMk cId="3340342499" sldId="257"/>
            <ac:picMk id="13" creationId="{97F318F3-7D0C-3C4E-D402-14FC48444633}"/>
          </ac:picMkLst>
        </pc:picChg>
        <pc:picChg chg="add mod">
          <ac:chgData name="Susmitha C" userId="7e7e72cd5b02ab64" providerId="LiveId" clId="{81C916D7-DB3E-4376-999D-A0F2C71F683B}" dt="2026-08-28T18:16:28.172" v="84" actId="14100"/>
          <ac:picMkLst>
            <pc:docMk/>
            <pc:sldMk cId="3340342499" sldId="257"/>
            <ac:picMk id="18" creationId="{5F27EC74-1C08-3A0C-5348-1C461F360EC0}"/>
          </ac:picMkLst>
        </pc:picChg>
        <pc:picChg chg="add del mod">
          <ac:chgData name="Susmitha C" userId="7e7e72cd5b02ab64" providerId="LiveId" clId="{81C916D7-DB3E-4376-999D-A0F2C71F683B}" dt="2026-08-28T18:54:52.928" v="216" actId="478"/>
          <ac:picMkLst>
            <pc:docMk/>
            <pc:sldMk cId="3340342499" sldId="257"/>
            <ac:picMk id="20" creationId="{2797D024-608D-8706-5B21-EDDDB2F9A42C}"/>
          </ac:picMkLst>
        </pc:picChg>
      </pc:sldChg>
      <pc:sldChg chg="addSp delSp modSp new mod">
        <pc:chgData name="Susmitha C" userId="7e7e72cd5b02ab64" providerId="LiveId" clId="{81C916D7-DB3E-4376-999D-A0F2C71F683B}" dt="2026-08-28T18:47:12.495" v="213" actId="14100"/>
        <pc:sldMkLst>
          <pc:docMk/>
          <pc:sldMk cId="3396730214" sldId="258"/>
        </pc:sldMkLst>
        <pc:spChg chg="del">
          <ac:chgData name="Susmitha C" userId="7e7e72cd5b02ab64" providerId="LiveId" clId="{81C916D7-DB3E-4376-999D-A0F2C71F683B}" dt="2026-08-28T18:18:07.770" v="90" actId="478"/>
          <ac:spMkLst>
            <pc:docMk/>
            <pc:sldMk cId="3396730214" sldId="258"/>
            <ac:spMk id="2" creationId="{6DD3CC2A-E774-1E45-F28F-2438310D1942}"/>
          </ac:spMkLst>
        </pc:spChg>
        <pc:spChg chg="del">
          <ac:chgData name="Susmitha C" userId="7e7e72cd5b02ab64" providerId="LiveId" clId="{81C916D7-DB3E-4376-999D-A0F2C71F683B}" dt="2026-08-28T18:18:10.467" v="91" actId="478"/>
          <ac:spMkLst>
            <pc:docMk/>
            <pc:sldMk cId="3396730214" sldId="258"/>
            <ac:spMk id="3" creationId="{2945C5AC-85B5-12DE-9680-D390CE7E7B8E}"/>
          </ac:spMkLst>
        </pc:spChg>
        <pc:spChg chg="add del mod">
          <ac:chgData name="Susmitha C" userId="7e7e72cd5b02ab64" providerId="LiveId" clId="{81C916D7-DB3E-4376-999D-A0F2C71F683B}" dt="2026-08-28T18:25:27.226" v="160" actId="1076"/>
          <ac:spMkLst>
            <pc:docMk/>
            <pc:sldMk cId="3396730214" sldId="258"/>
            <ac:spMk id="5" creationId="{8CCA7D34-8DE6-DEF7-63BD-993D1FACCFEC}"/>
          </ac:spMkLst>
        </pc:spChg>
        <pc:spChg chg="add">
          <ac:chgData name="Susmitha C" userId="7e7e72cd5b02ab64" providerId="LiveId" clId="{81C916D7-DB3E-4376-999D-A0F2C71F683B}" dt="2026-08-28T18:21:53.644" v="129" actId="22"/>
          <ac:spMkLst>
            <pc:docMk/>
            <pc:sldMk cId="3396730214" sldId="258"/>
            <ac:spMk id="15" creationId="{A5229819-3990-0C2B-D718-7AF7CF5178C9}"/>
          </ac:spMkLst>
        </pc:spChg>
        <pc:spChg chg="add mod">
          <ac:chgData name="Susmitha C" userId="7e7e72cd5b02ab64" providerId="LiveId" clId="{81C916D7-DB3E-4376-999D-A0F2C71F683B}" dt="2026-08-28T18:47:12.495" v="213" actId="14100"/>
          <ac:spMkLst>
            <pc:docMk/>
            <pc:sldMk cId="3396730214" sldId="258"/>
            <ac:spMk id="16" creationId="{00000000-0000-0000-0000-000000000000}"/>
          </ac:spMkLst>
        </pc:spChg>
        <pc:picChg chg="add mod">
          <ac:chgData name="Susmitha C" userId="7e7e72cd5b02ab64" providerId="LiveId" clId="{81C916D7-DB3E-4376-999D-A0F2C71F683B}" dt="2026-08-28T18:20:02.489" v="116" actId="1076"/>
          <ac:picMkLst>
            <pc:docMk/>
            <pc:sldMk cId="3396730214" sldId="258"/>
            <ac:picMk id="7" creationId="{E31BE657-31B6-7EC4-BD17-68A8E8252347}"/>
          </ac:picMkLst>
        </pc:picChg>
        <pc:picChg chg="add del mod">
          <ac:chgData name="Susmitha C" userId="7e7e72cd5b02ab64" providerId="LiveId" clId="{81C916D7-DB3E-4376-999D-A0F2C71F683B}" dt="2026-08-28T18:21:26.793" v="124" actId="478"/>
          <ac:picMkLst>
            <pc:docMk/>
            <pc:sldMk cId="3396730214" sldId="258"/>
            <ac:picMk id="9" creationId="{59D13AD9-D23F-480E-D4CF-CCADF73025C7}"/>
          </ac:picMkLst>
        </pc:picChg>
        <pc:picChg chg="add mod">
          <ac:chgData name="Susmitha C" userId="7e7e72cd5b02ab64" providerId="LiveId" clId="{81C916D7-DB3E-4376-999D-A0F2C71F683B}" dt="2026-08-28T18:21:03.242" v="123" actId="14100"/>
          <ac:picMkLst>
            <pc:docMk/>
            <pc:sldMk cId="3396730214" sldId="258"/>
            <ac:picMk id="11" creationId="{229ED661-B370-BD94-AC51-E464C84AE72F}"/>
          </ac:picMkLst>
        </pc:picChg>
        <pc:picChg chg="add mod">
          <ac:chgData name="Susmitha C" userId="7e7e72cd5b02ab64" providerId="LiveId" clId="{81C916D7-DB3E-4376-999D-A0F2C71F683B}" dt="2026-08-28T18:21:41.067" v="128" actId="14100"/>
          <ac:picMkLst>
            <pc:docMk/>
            <pc:sldMk cId="3396730214" sldId="258"/>
            <ac:picMk id="13" creationId="{99A6B45A-E3EC-7FE4-13EA-C84D4D374A17}"/>
          </ac:picMkLst>
        </pc:picChg>
      </pc:sldChg>
      <pc:sldChg chg="addSp delSp modSp new mod">
        <pc:chgData name="Susmitha C" userId="7e7e72cd5b02ab64" providerId="LiveId" clId="{81C916D7-DB3E-4376-999D-A0F2C71F683B}" dt="2026-08-28T19:19:28.793" v="270" actId="14100"/>
        <pc:sldMkLst>
          <pc:docMk/>
          <pc:sldMk cId="2854877148" sldId="259"/>
        </pc:sldMkLst>
        <pc:spChg chg="del">
          <ac:chgData name="Susmitha C" userId="7e7e72cd5b02ab64" providerId="LiveId" clId="{81C916D7-DB3E-4376-999D-A0F2C71F683B}" dt="2026-08-28T18:22:54.601" v="132" actId="478"/>
          <ac:spMkLst>
            <pc:docMk/>
            <pc:sldMk cId="2854877148" sldId="259"/>
            <ac:spMk id="2" creationId="{AA797738-B4F1-AFAE-A74C-EAF9E46D1787}"/>
          </ac:spMkLst>
        </pc:spChg>
        <pc:spChg chg="del">
          <ac:chgData name="Susmitha C" userId="7e7e72cd5b02ab64" providerId="LiveId" clId="{81C916D7-DB3E-4376-999D-A0F2C71F683B}" dt="2026-08-28T18:22:57.242" v="133" actId="478"/>
          <ac:spMkLst>
            <pc:docMk/>
            <pc:sldMk cId="2854877148" sldId="259"/>
            <ac:spMk id="3" creationId="{96860334-C6BE-315A-25AC-68B41A6D0F61}"/>
          </ac:spMkLst>
        </pc:spChg>
        <pc:spChg chg="add mod">
          <ac:chgData name="Susmitha C" userId="7e7e72cd5b02ab64" providerId="LiveId" clId="{81C916D7-DB3E-4376-999D-A0F2C71F683B}" dt="2026-08-28T18:25:37.491" v="161" actId="1076"/>
          <ac:spMkLst>
            <pc:docMk/>
            <pc:sldMk cId="2854877148" sldId="259"/>
            <ac:spMk id="5" creationId="{162B1740-D01E-D19E-4452-B0D8E11AAF40}"/>
          </ac:spMkLst>
        </pc:spChg>
        <pc:spChg chg="add">
          <ac:chgData name="Susmitha C" userId="7e7e72cd5b02ab64" providerId="LiveId" clId="{81C916D7-DB3E-4376-999D-A0F2C71F683B}" dt="2026-08-28T18:23:30.624" v="136" actId="22"/>
          <ac:spMkLst>
            <pc:docMk/>
            <pc:sldMk cId="2854877148" sldId="259"/>
            <ac:spMk id="9" creationId="{0DD29D76-D6D1-6C9C-E72C-054B0C4EE8DE}"/>
          </ac:spMkLst>
        </pc:spChg>
        <pc:spChg chg="add mod">
          <ac:chgData name="Susmitha C" userId="7e7e72cd5b02ab64" providerId="LiveId" clId="{81C916D7-DB3E-4376-999D-A0F2C71F683B}" dt="2026-08-28T18:47:20.301" v="214" actId="1076"/>
          <ac:spMkLst>
            <pc:docMk/>
            <pc:sldMk cId="2854877148" sldId="259"/>
            <ac:spMk id="10" creationId="{00000000-0000-0000-0000-000000000000}"/>
          </ac:spMkLst>
        </pc:spChg>
        <pc:picChg chg="add mod">
          <ac:chgData name="Susmitha C" userId="7e7e72cd5b02ab64" providerId="LiveId" clId="{81C916D7-DB3E-4376-999D-A0F2C71F683B}" dt="2026-08-28T19:03:32.864" v="243" actId="14100"/>
          <ac:picMkLst>
            <pc:docMk/>
            <pc:sldMk cId="2854877148" sldId="259"/>
            <ac:picMk id="3" creationId="{A2D1F39A-5847-02FB-4133-4C3339D7C9CE}"/>
          </ac:picMkLst>
        </pc:picChg>
        <pc:picChg chg="add del mod">
          <ac:chgData name="Susmitha C" userId="7e7e72cd5b02ab64" providerId="LiveId" clId="{81C916D7-DB3E-4376-999D-A0F2C71F683B}" dt="2026-08-28T19:19:15.732" v="266" actId="478"/>
          <ac:picMkLst>
            <pc:docMk/>
            <pc:sldMk cId="2854877148" sldId="259"/>
            <ac:picMk id="4" creationId="{26E76A43-A317-8814-1237-F33786C4A4EB}"/>
          </ac:picMkLst>
        </pc:picChg>
        <pc:picChg chg="add mod">
          <ac:chgData name="Susmitha C" userId="7e7e72cd5b02ab64" providerId="LiveId" clId="{81C916D7-DB3E-4376-999D-A0F2C71F683B}" dt="2026-08-28T18:40:28.221" v="180" actId="1076"/>
          <ac:picMkLst>
            <pc:docMk/>
            <pc:sldMk cId="2854877148" sldId="259"/>
            <ac:picMk id="7" creationId="{36942135-E55F-B7B0-2586-4A4EF5BA1019}"/>
          </ac:picMkLst>
        </pc:picChg>
        <pc:picChg chg="add mod">
          <ac:chgData name="Susmitha C" userId="7e7e72cd5b02ab64" providerId="LiveId" clId="{81C916D7-DB3E-4376-999D-A0F2C71F683B}" dt="2026-08-28T19:19:28.793" v="270" actId="14100"/>
          <ac:picMkLst>
            <pc:docMk/>
            <pc:sldMk cId="2854877148" sldId="259"/>
            <ac:picMk id="8" creationId="{BF2F8BD9-5BCA-1296-4AF9-3164CCCBD17D}"/>
          </ac:picMkLst>
        </pc:picChg>
        <pc:picChg chg="add del mod">
          <ac:chgData name="Susmitha C" userId="7e7e72cd5b02ab64" providerId="LiveId" clId="{81C916D7-DB3E-4376-999D-A0F2C71F683B}" dt="2026-08-28T19:17:45.957" v="264" actId="478"/>
          <ac:picMkLst>
            <pc:docMk/>
            <pc:sldMk cId="2854877148" sldId="259"/>
            <ac:picMk id="12" creationId="{2CE94106-1E64-ADC8-7FEE-515A4A4E5546}"/>
          </ac:picMkLst>
        </pc:picChg>
        <pc:picChg chg="add del mod">
          <ac:chgData name="Susmitha C" userId="7e7e72cd5b02ab64" providerId="LiveId" clId="{81C916D7-DB3E-4376-999D-A0F2C71F683B}" dt="2026-08-28T19:03:25.042" v="240" actId="478"/>
          <ac:picMkLst>
            <pc:docMk/>
            <pc:sldMk cId="2854877148" sldId="259"/>
            <ac:picMk id="14" creationId="{E9A249CB-D25B-DF74-5C5A-7EFCD5A12479}"/>
          </ac:picMkLst>
        </pc:picChg>
      </pc:sldChg>
      <pc:sldChg chg="addSp delSp modSp new mod">
        <pc:chgData name="Susmitha C" userId="7e7e72cd5b02ab64" providerId="LiveId" clId="{81C916D7-DB3E-4376-999D-A0F2C71F683B}" dt="2026-08-28T19:09:20.569" v="263" actId="14100"/>
        <pc:sldMkLst>
          <pc:docMk/>
          <pc:sldMk cId="1203207941" sldId="260"/>
        </pc:sldMkLst>
        <pc:spChg chg="del">
          <ac:chgData name="Susmitha C" userId="7e7e72cd5b02ab64" providerId="LiveId" clId="{81C916D7-DB3E-4376-999D-A0F2C71F683B}" dt="2026-08-28T18:39:51.357" v="176" actId="478"/>
          <ac:spMkLst>
            <pc:docMk/>
            <pc:sldMk cId="1203207941" sldId="260"/>
            <ac:spMk id="2" creationId="{F6B37A22-7EFF-E9E3-99BC-E82082C2F2CC}"/>
          </ac:spMkLst>
        </pc:spChg>
        <pc:spChg chg="del">
          <ac:chgData name="Susmitha C" userId="7e7e72cd5b02ab64" providerId="LiveId" clId="{81C916D7-DB3E-4376-999D-A0F2C71F683B}" dt="2026-08-28T18:39:53.845" v="177" actId="478"/>
          <ac:spMkLst>
            <pc:docMk/>
            <pc:sldMk cId="1203207941" sldId="260"/>
            <ac:spMk id="3" creationId="{A4D25CFA-1227-5908-CB07-8426F1D22421}"/>
          </ac:spMkLst>
        </pc:spChg>
        <pc:spChg chg="add del">
          <ac:chgData name="Susmitha C" userId="7e7e72cd5b02ab64" providerId="LiveId" clId="{81C916D7-DB3E-4376-999D-A0F2C71F683B}" dt="2026-08-28T18:41:00.081" v="182" actId="478"/>
          <ac:spMkLst>
            <pc:docMk/>
            <pc:sldMk cId="1203207941" sldId="260"/>
            <ac:spMk id="7" creationId="{89D835C5-9B23-D47E-4A5F-F9BBCDFE5421}"/>
          </ac:spMkLst>
        </pc:spChg>
        <pc:spChg chg="add del">
          <ac:chgData name="Susmitha C" userId="7e7e72cd5b02ab64" providerId="LiveId" clId="{81C916D7-DB3E-4376-999D-A0F2C71F683B}" dt="2026-08-28T18:41:00.081" v="182" actId="478"/>
          <ac:spMkLst>
            <pc:docMk/>
            <pc:sldMk cId="1203207941" sldId="260"/>
            <ac:spMk id="9" creationId="{20A26581-F36D-3507-10EC-B75D732D1217}"/>
          </ac:spMkLst>
        </pc:spChg>
        <pc:spChg chg="add mod">
          <ac:chgData name="Susmitha C" userId="7e7e72cd5b02ab64" providerId="LiveId" clId="{81C916D7-DB3E-4376-999D-A0F2C71F683B}" dt="2026-08-28T18:43:59.667" v="190" actId="1076"/>
          <ac:spMkLst>
            <pc:docMk/>
            <pc:sldMk cId="1203207941" sldId="260"/>
            <ac:spMk id="11" creationId="{6ECC502B-73F1-8E18-433F-16C89AB000AF}"/>
          </ac:spMkLst>
        </pc:spChg>
        <pc:spChg chg="add">
          <ac:chgData name="Susmitha C" userId="7e7e72cd5b02ab64" providerId="LiveId" clId="{81C916D7-DB3E-4376-999D-A0F2C71F683B}" dt="2026-08-28T18:44:12.450" v="191" actId="22"/>
          <ac:spMkLst>
            <pc:docMk/>
            <pc:sldMk cId="1203207941" sldId="260"/>
            <ac:spMk id="13" creationId="{EB1318BA-8673-300C-6114-EAFF594E512A}"/>
          </ac:spMkLst>
        </pc:spChg>
        <pc:spChg chg="add mod">
          <ac:chgData name="Susmitha C" userId="7e7e72cd5b02ab64" providerId="LiveId" clId="{81C916D7-DB3E-4376-999D-A0F2C71F683B}" dt="2026-08-28T18:47:26.068" v="215" actId="1076"/>
          <ac:spMkLst>
            <pc:docMk/>
            <pc:sldMk cId="1203207941" sldId="260"/>
            <ac:spMk id="14" creationId="{00000000-0000-0000-0000-000000000000}"/>
          </ac:spMkLst>
        </pc:spChg>
        <pc:picChg chg="add del mod">
          <ac:chgData name="Susmitha C" userId="7e7e72cd5b02ab64" providerId="LiveId" clId="{81C916D7-DB3E-4376-999D-A0F2C71F683B}" dt="2026-08-28T19:03:21.239" v="239" actId="21"/>
          <ac:picMkLst>
            <pc:docMk/>
            <pc:sldMk cId="1203207941" sldId="260"/>
            <ac:picMk id="3" creationId="{95617D28-D35B-DE50-253D-1F50FEB310E3}"/>
          </ac:picMkLst>
        </pc:picChg>
        <pc:picChg chg="add mod">
          <ac:chgData name="Susmitha C" userId="7e7e72cd5b02ab64" providerId="LiveId" clId="{81C916D7-DB3E-4376-999D-A0F2C71F683B}" dt="2026-08-28T18:40:19.463" v="179" actId="1076"/>
          <ac:picMkLst>
            <pc:docMk/>
            <pc:sldMk cId="1203207941" sldId="260"/>
            <ac:picMk id="5" creationId="{56B4E3E1-CF55-CF32-198A-0AF811DF5581}"/>
          </ac:picMkLst>
        </pc:picChg>
        <pc:picChg chg="add del mod">
          <ac:chgData name="Susmitha C" userId="7e7e72cd5b02ab64" providerId="LiveId" clId="{81C916D7-DB3E-4376-999D-A0F2C71F683B}" dt="2026-08-28T18:58:31.829" v="233" actId="478"/>
          <ac:picMkLst>
            <pc:docMk/>
            <pc:sldMk cId="1203207941" sldId="260"/>
            <ac:picMk id="6" creationId="{F272BFCF-6A20-D7E8-6609-16A5848AF527}"/>
          </ac:picMkLst>
        </pc:picChg>
        <pc:picChg chg="add del mod">
          <ac:chgData name="Susmitha C" userId="7e7e72cd5b02ab64" providerId="LiveId" clId="{81C916D7-DB3E-4376-999D-A0F2C71F683B}" dt="2026-08-28T19:07:08.689" v="244" actId="478"/>
          <ac:picMkLst>
            <pc:docMk/>
            <pc:sldMk cId="1203207941" sldId="260"/>
            <ac:picMk id="8" creationId="{2C64EBCC-76FD-D479-5F2E-4B023180FFA7}"/>
          </ac:picMkLst>
        </pc:picChg>
        <pc:picChg chg="add del mod">
          <ac:chgData name="Susmitha C" userId="7e7e72cd5b02ab64" providerId="LiveId" clId="{81C916D7-DB3E-4376-999D-A0F2C71F683B}" dt="2026-08-28T19:08:57.205" v="256" actId="478"/>
          <ac:picMkLst>
            <pc:docMk/>
            <pc:sldMk cId="1203207941" sldId="260"/>
            <ac:picMk id="10" creationId="{6BBED1F2-A5F0-054F-C6BD-E0C2FECE6484}"/>
          </ac:picMkLst>
        </pc:picChg>
        <pc:picChg chg="add mod">
          <ac:chgData name="Susmitha C" userId="7e7e72cd5b02ab64" providerId="LiveId" clId="{81C916D7-DB3E-4376-999D-A0F2C71F683B}" dt="2026-08-28T19:08:09.395" v="254" actId="1076"/>
          <ac:picMkLst>
            <pc:docMk/>
            <pc:sldMk cId="1203207941" sldId="260"/>
            <ac:picMk id="15" creationId="{DAB3CF97-657C-06A2-4C00-007926AA253F}"/>
          </ac:picMkLst>
        </pc:picChg>
        <pc:picChg chg="add del mod">
          <ac:chgData name="Susmitha C" userId="7e7e72cd5b02ab64" providerId="LiveId" clId="{81C916D7-DB3E-4376-999D-A0F2C71F683B}" dt="2026-08-28T18:57:16.341" v="227" actId="478"/>
          <ac:picMkLst>
            <pc:docMk/>
            <pc:sldMk cId="1203207941" sldId="260"/>
            <ac:picMk id="16" creationId="{C7D2F765-177E-7F0E-E856-1E2CB822CAF8}"/>
          </ac:picMkLst>
        </pc:picChg>
        <pc:picChg chg="add del mod">
          <ac:chgData name="Susmitha C" userId="7e7e72cd5b02ab64" providerId="LiveId" clId="{81C916D7-DB3E-4376-999D-A0F2C71F683B}" dt="2026-08-28T18:45:51.056" v="206" actId="478"/>
          <ac:picMkLst>
            <pc:docMk/>
            <pc:sldMk cId="1203207941" sldId="260"/>
            <ac:picMk id="18" creationId="{0B668C94-7E5B-3967-F2E5-4BE0C30D11B4}"/>
          </ac:picMkLst>
        </pc:picChg>
        <pc:picChg chg="add mod">
          <ac:chgData name="Susmitha C" userId="7e7e72cd5b02ab64" providerId="LiveId" clId="{81C916D7-DB3E-4376-999D-A0F2C71F683B}" dt="2026-08-28T19:09:20.569" v="263" actId="14100"/>
          <ac:picMkLst>
            <pc:docMk/>
            <pc:sldMk cId="1203207941" sldId="260"/>
            <ac:picMk id="18" creationId="{94B2DB44-7C33-9215-FBB7-E55DE84C3B5D}"/>
          </ac:picMkLst>
        </pc:picChg>
        <pc:picChg chg="add del mod">
          <ac:chgData name="Susmitha C" userId="7e7e72cd5b02ab64" providerId="LiveId" clId="{81C916D7-DB3E-4376-999D-A0F2C71F683B}" dt="2026-08-28T18:58:10.803" v="231" actId="478"/>
          <ac:picMkLst>
            <pc:docMk/>
            <pc:sldMk cId="1203207941" sldId="260"/>
            <ac:picMk id="20" creationId="{EB31FE2B-43FA-BF4B-11BF-F9DA07D4F9F8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5E3813-7EDB-4578-962C-A4710197E0FB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3F283E-892A-4A1A-A893-6404487806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5147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3F283E-892A-4A1A-A893-640448780686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433190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62301-8B8A-5635-4C61-97ED58EA4B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51BC7D-4CEF-F700-E22E-02B43AF1BF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0EF676-4EB6-E11B-C14E-E3CEC76F1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22E8-37E3-45DA-8744-A363282E4870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79490-35D1-54C7-EBBA-DC4051DF3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B52A0-A424-5800-93C4-E22DC184D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A4B43-B102-43E0-98E2-D14B9CE0B6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938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58AE1-C20D-7BE6-F367-F35CC67C5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4524C-3F05-A576-3B95-5DA805492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145A6-49CE-7E1E-68B7-2A6D6E1E1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22E8-37E3-45DA-8744-A363282E4870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1A358-DF0F-E27A-8D72-E4D2F8DB7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1861F-E514-FD23-21FA-FA42C08F7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A4B43-B102-43E0-98E2-D14B9CE0B6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595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196B2-374B-F0B0-2811-1ADC62594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25404-4F43-BB39-2CDA-E492F0BB8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500B5-2E5D-6744-79A8-A0D81B57F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22E8-37E3-45DA-8744-A363282E4870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D5F1A-F6E0-B60B-EF46-ED4B071A7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19AE8-BEDD-FC03-6C99-FCFCEC772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A4B43-B102-43E0-98E2-D14B9CE0B6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39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E3D7B-C530-4E9B-67A0-EBA5D9C75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3FA43-7379-211B-D859-4F13F6E125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4A9694-44E8-0825-A64C-319323589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FA0878-C9B1-6EB0-0E64-A75C25A8B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22E8-37E3-45DA-8744-A363282E4870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499B60-4551-85E8-1F17-EE4ADF3C4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D89EF-AE8E-8859-5A3D-90EA18BAB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A4B43-B102-43E0-98E2-D14B9CE0B6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68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A1D6-0D2C-179E-1738-FA26406D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242791-5CA9-71F4-9903-3D1F9CADE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A084F-79FA-5049-5CA7-8CB70E85C8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B5D296-9889-B4F2-D9D5-ED99EDEA86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AC8C36-7C1E-5CFF-683D-54F33B48DC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512B7A-7926-8549-F613-D0C72603E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22E8-37E3-45DA-8744-A363282E4870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467A26-2158-E05D-777C-849E593FB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1DA54C-8B09-E220-91BD-264923B28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A4B43-B102-43E0-98E2-D14B9CE0B6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036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5FEE0-7BD3-6500-63DB-0BAA2DC84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A8D681-73D9-09A9-5158-3EF3FC66A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22E8-37E3-45DA-8744-A363282E4870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5432FC-3E0D-EE66-CC78-ADBCED419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B21F9F-992E-FFD9-1E09-3E6A46E36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A4B43-B102-43E0-98E2-D14B9CE0B6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706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C66793-85F7-F721-65DC-4914AA1F7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22E8-37E3-45DA-8744-A363282E4870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FB06E-09EC-6518-6EC4-1ED8B0529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94331-D749-9A56-A10D-DC209BEAB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A4B43-B102-43E0-98E2-D14B9CE0B6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5156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CD67B-478B-56CF-232F-7B84E4E8C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B4FA3-E0DD-7B11-3DD1-5DB100D72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46742B-CEB2-4E78-9ED6-D2AF28D3C4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570679-A667-8525-F191-35CAB689F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22E8-37E3-45DA-8744-A363282E4870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326E8-79BD-C0C2-D482-477B11AB1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2C03D7-C7B5-49A9-84A0-0FCA2BC99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A4B43-B102-43E0-98E2-D14B9CE0B6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741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95126-5B17-15EB-F678-F21BAF2BC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FA0E3D-DA05-5C90-F827-13708061F8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00E631-5080-3188-D402-BEC1127CE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22F14C-1F0B-AA0A-7111-35C68A028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22E8-37E3-45DA-8744-A363282E4870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734ECE-545C-BB9B-81A1-C361A46F1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8E04-5D3C-98F3-6F7F-8E9FCCEAB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A4B43-B102-43E0-98E2-D14B9CE0B6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C2132-DA75-656F-5DF3-F0DB22A9E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05C462-ED0D-36E7-DA30-008369B37D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36898-C417-EC8E-EF83-4F9710D51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22E8-37E3-45DA-8744-A363282E4870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86F9B-AACE-93C5-F64E-D7C146872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319D3-2FDE-DB76-2CA3-D9EF8CA1F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A4B43-B102-43E0-98E2-D14B9CE0B6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474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FCAF58-6D9E-3489-25E4-1CD8435FB7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DF7A0E-B9E4-0725-7276-87F2C8DA73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5AD83-A809-B57D-F42E-B6FA02430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22E8-37E3-45DA-8744-A363282E4870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0B421-C70B-1A01-84B3-69A023CB6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43B55-141B-5FD1-AB1D-E27903115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A4B43-B102-43E0-98E2-D14B9CE0B6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10443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074E9A-9FB2-FB2C-FE77-758DD6CEC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65428B-53B1-7EC5-2F10-8E4A14E652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93CC7-195B-23F3-80C6-FC5E9B8835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3822E8-37E3-45DA-8744-A363282E4870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A7300-879C-E29B-B57A-8078D9565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EE7DB-551E-16A8-BAC3-F6319FAFB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FA4B43-B102-43E0-98E2-D14B9CE0B6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7072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 descr="Your startup LOGO">
            <a:extLst>
              <a:ext uri="{FF2B5EF4-FFF2-40B4-BE49-F238E27FC236}">
                <a16:creationId xmlns:a16="http://schemas.microsoft.com/office/drawing/2014/main" id="{B4725E38-C577-5EF0-022B-B0E60706AD6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75030" y="100367"/>
            <a:ext cx="127846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Leader:</a:t>
            </a:r>
            <a:br/>
            <a:r>
              <a:t>S. Tharunya</a:t>
            </a:r>
            <a:endParaRPr lang="en-IN" sz="16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572FCA9-6CE7-EBF7-06DB-9B2E840CAF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7120" y="0"/>
            <a:ext cx="2249850" cy="1062337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1C1016F8-5EEB-A4D7-7B89-8BB933417B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2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423818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39" name="Picture 38" descr="title_s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0683" y="136522"/>
            <a:ext cx="7716437" cy="627070"/>
          </a:xfrm>
          <a:prstGeom prst="rect">
            <a:avLst/>
          </a:prstGeom>
        </p:spPr>
      </p:pic>
      <p:pic>
        <p:nvPicPr>
          <p:cNvPr id="40" name="Picture 39" descr="main_s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724" y="1209640"/>
            <a:ext cx="10298552" cy="484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612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 descr="Your startup LOGO">
            <a:extLst>
              <a:ext uri="{FF2B5EF4-FFF2-40B4-BE49-F238E27FC236}">
                <a16:creationId xmlns:a16="http://schemas.microsoft.com/office/drawing/2014/main" id="{69FB0BC7-7491-45B9-3CCC-AC26CFC52FB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81646" y="147520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Leader:</a:t>
            </a:r>
            <a:br/>
            <a:r>
              <a:t>S. Tharunya</a:t>
            </a:r>
            <a:endParaRPr lang="en-US" sz="1600" dirty="0"/>
          </a:p>
          <a:p>
            <a:pPr algn="ctr"/>
            <a:endParaRPr lang="en-IN" sz="1600" dirty="0"/>
          </a:p>
          <a:p>
            <a:pPr algn="ctr"/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E6863C-FC6E-9F40-516F-127B5E119E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0504" y="0"/>
            <a:ext cx="2249850" cy="106233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63D3A55-1C34-359D-BCE5-3EE737D46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6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423818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F27EC74-1C08-3A0C-5348-1C461F360E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1755" y="158322"/>
            <a:ext cx="6961239" cy="619211"/>
          </a:xfrm>
          <a:prstGeom prst="rect">
            <a:avLst/>
          </a:prstGeom>
        </p:spPr>
      </p:pic>
      <p:pic>
        <p:nvPicPr>
          <p:cNvPr id="19" name="Picture 18" descr="main_s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238" y="1062337"/>
            <a:ext cx="10461522" cy="510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342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8CCA7D34-8DE6-DEF7-63BD-993D1FACCFE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19941" y="126151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Leader:</a:t>
            </a:r>
            <a:br/>
            <a:r>
              <a:t>S. Tharunya</a:t>
            </a:r>
            <a:endParaRPr lang="en-US" sz="1600" dirty="0"/>
          </a:p>
          <a:p>
            <a:pPr algn="ctr"/>
            <a:endParaRPr lang="en-IN" sz="1600" dirty="0"/>
          </a:p>
          <a:p>
            <a:pPr algn="ctr"/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1BE657-31B6-7EC4-BD17-68A8E82523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2209" y="0"/>
            <a:ext cx="2249850" cy="10623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29ED661-B370-BD94-AC51-E464C84AE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9406" y="120909"/>
            <a:ext cx="6912077" cy="48584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5229819-3990-0C2B-D718-7AF7CF517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6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58031" y="6354762"/>
            <a:ext cx="3453581" cy="434181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7" name="Picture 16" descr="main_s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123" y="1028365"/>
            <a:ext cx="11218605" cy="5136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730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162B1740-D01E-D19E-4452-B0D8E11AAF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24744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Leader:</a:t>
            </a:r>
            <a:br/>
            <a:r>
              <a:t>S. Tharunya</a:t>
            </a:r>
            <a:endParaRPr lang="en-US" sz="1600" dirty="0"/>
          </a:p>
          <a:p>
            <a:pPr algn="ctr"/>
            <a:endParaRPr lang="en-IN" sz="1600" dirty="0"/>
          </a:p>
          <a:p>
            <a:pPr algn="ctr"/>
            <a:endParaRPr lang="en-IN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942135-E55F-B7B0-2586-4A4EF5BA10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2377" y="-2758"/>
            <a:ext cx="2249850" cy="106233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DD29D76-D6D1-6C9C-E72C-054B0C4EE8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0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38368" y="6423818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D1F39A-5847-02FB-4133-4C3339D7C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4877" y="279207"/>
            <a:ext cx="6164826" cy="390580"/>
          </a:xfrm>
          <a:prstGeom prst="rect">
            <a:avLst/>
          </a:prstGeom>
        </p:spPr>
      </p:pic>
      <p:pic>
        <p:nvPicPr>
          <p:cNvPr id="11" name="Picture 10" descr="main_s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593" y="1128635"/>
            <a:ext cx="10943303" cy="511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877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B4E3E1-CF55-CF32-198A-0AF811DF55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2938" y="0"/>
            <a:ext cx="2249850" cy="1062337"/>
          </a:xfrm>
          <a:prstGeom prst="rect">
            <a:avLst/>
          </a:prstGeom>
        </p:spPr>
      </p:pic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6ECC502B-73F1-8E18-433F-16C89AB000A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212" y="127501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Leader:</a:t>
            </a:r>
            <a:br/>
            <a:r>
              <a:t>S. Tharunya</a:t>
            </a:r>
            <a:endParaRPr lang="en-IN" sz="16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1318BA-8673-300C-6114-EAFF594E5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4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58032" y="6423818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AB3CF97-657C-06A2-4C00-007926AA2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768" y="261677"/>
            <a:ext cx="7295536" cy="387252"/>
          </a:xfrm>
          <a:prstGeom prst="rect">
            <a:avLst/>
          </a:prstGeom>
        </p:spPr>
      </p:pic>
      <p:pic>
        <p:nvPicPr>
          <p:cNvPr id="16" name="Picture 15" descr="main_s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735" y="1131393"/>
            <a:ext cx="10245213" cy="4937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207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31</Words>
  <Application>Microsoft Office PowerPoint</Application>
  <PresentationFormat>Widescreen</PresentationFormat>
  <Paragraphs>14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TradeGothic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Susmitha C</dc:creator>
  <cp:lastModifiedBy>Susmitha C</cp:lastModifiedBy>
  <cp:revision>1</cp:revision>
  <dcterms:created xsi:type="dcterms:W3CDTF">2026-08-28T17:59:47Z</dcterms:created>
  <dcterms:modified xsi:type="dcterms:W3CDTF">2026-08-28T19:19:33Z</dcterms:modified>
</cp:coreProperties>
</file>