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Hack2Heal 2.0 • Global Healthcare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NEUROBRIDGE: LifeConnect &amp; SocialOrbit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Wearer-Controlled Multimodal Communication Bridge &amp; Sovereign Safety Net Grounded in Double Empathy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502920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• Track: Digital Health &amp; Assistive Medical Technology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Team Name – Team NeuroBridge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Team Lead – [Your Name]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Member 2 – [Team Member 2]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Member 3 – [Team Member 3]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Member 4 – [Team Member 4]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• Live Prototype – https://hack2health.vercel.app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103120"/>
            <a:ext cx="5394960" cy="3840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live_conversation_brid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40280"/>
            <a:ext cx="5120640" cy="343536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Team NeuroBridge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25603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❖ Proposed Solution (Describe your Idea/Solution/Prototype)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"/>
            <a:ext cx="118872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H2H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Hack2Heal 2.0 Idea Template                                                                                                                  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05840"/>
            <a:ext cx="56692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0515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1. Detailed Explanation of Proposed Solution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Operationalizes Dr. Damian Milton's Double Empathy Problem into software.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Bidirectional Subtext Translation: Translates neurotypical idioms/sarcasm for autistic wearers, while explaining autistic directness for peers.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Multimodal Timeline Unification: Synthesizes Speech, Single-Switch Scanning, Quick-Chip AAC, and 3D Kinematic Stims into one real-time timeline.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Sovereign Safety Net: On-demand GPS &amp; Communication Passport dispatch.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56692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2. How It Addresses the Healthcare Challenge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Bridges 'The Social Cliff': Over 40% of autistic students transition from segregated K-12 settings to college/jobs with zero aides (NCES data).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Overcomes Situational Mutism: In acute sensory overload, verbal speech shuts down; users communicate via switch scan or 3D stim gestures.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Prevents Masking Burnout: Tactful Exit Cards normalize boundaries.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Democratizes Access: Eliminates reliance on $7,000 proprietary AAC hardware.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566928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333EA"/>
                </a:solidFill>
              </a:defRPr>
            </a:pPr>
            <a:r>
              <a:t>3. Innovation and Uniqueness of the Solution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Bidirectional vs. One-Way: Unlike Social Express (which forces masking), NeuroBridge educates both communication partners equally.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Anti-Gaslighting Hostility Shield: Detects malicious insults and refuses to whitewash bullying as idioms, protecting against Rejection Dysphoria (RSD).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Biomechanical Jitter Buffer: 800ms rolling filter eliminates resting false alarms.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005840"/>
            <a:ext cx="4846320" cy="5257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_live_conversation_brid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188720"/>
            <a:ext cx="4572000" cy="306729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720840" y="4434840"/>
            <a:ext cx="457200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448056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LIVE SYSTEM CAPABILITY: Double Empathy Translation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Tested utterance: 'Break a leg today!' -&gt; Gemini 2.5 Flash clarifies benign idiom.</a:t>
            </a:r>
            <a:br/>
            <a:r>
              <a:t>• Tested hostile utterance: 'Go break your leg, nobody likes you' -&gt; System warns of hostile intent and offers Tactful Exit boundary.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Team NeuroBridge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25603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"/>
            <a:ext cx="118872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H2H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Hack2Heal 2.0 Idea Template                                                                                                                   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05840"/>
            <a:ext cx="566928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051560"/>
            <a:ext cx="5303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• Technologies Used (Languages, Frameworks, Architecture)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Frontend: React 19, Vite 8.3, Accessible Glassmorphism Design System.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Backend: Node.js, Express.js REST API, Server-Sent Events (SSE) telemetry.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AI/LLM Orchestration: Google Gemini 2.5 Flash with offline regex heuristics.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Computer Vision: Google MediaPipe HandLandmarker (21 3D hand joints).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Accessibility &amp; Hardware APIs: Web Speech API, HTML5 Geolocation, DeviceMotion API (accelerometer G-force monitoring).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Cloud Deployment: Vercel serverless edge deployment (https://hack2health.vercel.app).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669280" cy="2606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5303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• Methodology and Implementation Process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1. Multimodal Ingestion Layer: Unifies audio stream, single-switch scanning keyboard keystrokes, and MediaPipe landmark vectors into /api/analyze.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2. Biomechanical Jitter Buffer: 12-frame (~800ms) rolling window analyzes velocity &amp; reversals; checks fingertip-wrist curl to eliminate resting hand false alarms.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3. Dual-Engine Core: Gemini 2.5 Flash analyzes pragmatic subtext; offline engine acts as high-speed zero-latency fallback during connectivity drops.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4. Sovereign Telemetry Pipeline: SSE stream dispatches GPS beacon &amp; Communication ID only upon explicit wearer trigger (no 24/7 surveillance).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5. Verification Suite: 18 automated tests in test-suite.js validate live API contracts.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005840"/>
            <a:ext cx="4846320" cy="5257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5_system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143000"/>
            <a:ext cx="4572000" cy="306729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720840" y="4389120"/>
            <a:ext cx="457200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4434840"/>
            <a:ext cx="4389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VERIFIED SYSTEM ARCHITECTURE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Ingestion: 4 modalities -&gt; Dual-Engine Core (Cloud Gemini + Local Heuristic) -&gt; Output: Real-time Clarification Cards + Sovereign Guardian Dispatch.</a:t>
            </a:r>
            <a:br/>
            <a:r>
              <a:t>• Self-Test Suite: 16 passing tests verified against live production.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Team NeuroBridge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25603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"/>
            <a:ext cx="118872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H2H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Hack2Heal 2.0 Idea Template                                                                                                                  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05840"/>
            <a:ext cx="56692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0515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• Analysis of the Feasibility of the Idea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Zero Hardware Barrier: Operates in standard Chrome, Edge, and Safari browsers on existing student laptops and smartphones.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Production Proven Today: Full-stack application is live and operational on Vercel at https://hack2health.vercel.app with Gemini LLM integration.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Cost-Effective Infrastructure: Serverless execution scales dynamically with zero idle server overhead, costing &lt;$0.01 per conversation.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566928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• Potential Challenges and Technical Risks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Acoustic Noise Challenge: High-decibel cafeteria background noise (75-85dB) can degrade browser speech recognition accuracy.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Mobile OS Sensor Throttling: Android and iOS throttle background browser accelerometer APIs when the phone screen is locked.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AAC Lexical Typos: Speech-language disfluency or fragmented typing ('neeeed a brek') bypasses simple regex rules.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17720"/>
            <a:ext cx="56692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333EA"/>
                </a:solidFill>
              </a:defRPr>
            </a:pPr>
            <a:r>
              <a:t>• Strategies for Overcoming These Challenges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Multimodal Redundancy: When acoustic noise spikes on the Sensory Radar, wearers seamlessly switch to single-switch scanning or one-tap AAC chips.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Native Packaging Roadmap: Packaging via Capacitor/React Native with an Android Foreground Service to maintain locked-screen fall monitoring.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LLM Semantic Normalization: Gemini 2.5 Flash reconstructs fragmented words into clear, dignified intent without judging grammar.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005840"/>
            <a:ext cx="4846320" cy="5257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5_clinical_roadmap_codesig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143000"/>
            <a:ext cx="4572000" cy="306729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720840" y="4389120"/>
            <a:ext cx="457200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4434840"/>
            <a:ext cx="4389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3-PHASE CLINICAL SCALING ROADMAP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Phase 1 (Complete): 48-hr Multimodal Architecture &amp; Live Deployment.</a:t>
            </a:r>
            <a:br/>
            <a:r>
              <a:t>• Phase 2 (Months 1-3): Participatory Co-Design with 3 autistic self-advocates &amp; 3 licensed Speech-Language Pathologists (SLPs).</a:t>
            </a:r>
            <a:br/>
            <a:r>
              <a:t>• Phase 3 (Months 4-6): Campus dining hall pilot study (IRB approved).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Team NeuroBridge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25603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"/>
            <a:ext cx="118872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H2H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Hack2Heal 2.0 Idea Template                                                                                                                  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05840"/>
            <a:ext cx="566928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051560"/>
            <a:ext cx="5303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• Potential Impact on the Target Audience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Focused Persona: Transitioning autistic youth and young adults (ages 14-24) entering higher education or early career employment.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Eliminates The Social Cliff: Replaces the abrupt loss of 1:1 K-12 special education aides with an autonomous, dignified digital assistant.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Mitigates Acute Situational Mutism: Gives wearers an instant voice during sensory shutdowns without relying on vocal speech.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Reduces Mental Health Crises: Lowers rates of social exhaustion and chronic autistic burnout caused by continuous camouflage/masking.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669280" cy="2606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5303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• Quantified Benefits (Social, Economic, Clinical)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Economic Benefit: Saves families &amp; colleges $4,000 to $8,000 per user by eliminating proprietary dedicated AAC hardware in favor of browser software.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Social Benefit: Promotes authentic peer inclusion through Parallel-Play virtual study rooms and Social Wingman passion matching with zero small-talk demands.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Clinical Safety Benefit: Equips first responders and campus staff with instant medical sensory profiles via the Digital Communication Passport.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Ethical Sovereignty: Zero 24/7 invasive surveillance; data dispatched only with wearer consent.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005840"/>
            <a:ext cx="4846320" cy="5257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_guardian_safety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143000"/>
            <a:ext cx="4572000" cy="306729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720840" y="4389120"/>
            <a:ext cx="457200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4434840"/>
            <a:ext cx="4389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WEARER-SOVEREIGN SAFETY NET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Real-Time Guardian Dashboard: Live GPS safe-perimeter map, 58dB acoustic decibel radar, and Digital Medical Passport.</a:t>
            </a:r>
            <a:br/>
            <a:r>
              <a:t>• Instant Tactful Exit Card: Allows wearers to step away from high-stimulus sensory environments with dignity.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Team NeuroBridge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25603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"/>
            <a:ext cx="118872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H2H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Hack2Heal 2.0 Idea Template                                                                                                                  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05840"/>
            <a:ext cx="566928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051560"/>
            <a:ext cx="5303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• Peer-Reviewed Clinical &amp; Scientific Literature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1. Milton, D. E. (2012). 'On the ontological status of autism: the double empathy problem.' Disability &amp; Society, 27(6), 883-887. (Grounds our bidirectional translation engine).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2. U.S. Department of Education &amp; NCES (2023-24). Digest of Education Statistics, Table 204.60 &amp; IDEA Part B Section 618. (&gt;40% of autistic students segregated in K-12).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3. Raymaker, D. M., et al. (2020). 'Defining Autistic Burnout: Having All of Your Internal Resources Exhausted.' Autism in Adulthood, 2(2), 132-143. (Informs Tactful Exit Cards).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4. Beardon, L. (2017). Autism and Normalcy. (Supports low-demand parallel play spaces).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669280" cy="2606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5303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• Technical Documentation &amp; Verified Prototype Links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• Live Deployed Web Application: https://hack2health.vercel.app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• Mobile Guardian Telemetry Companion: https://hack2health.vercel.app/?view=guardian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• GitHub Codebase &amp; Test Suite: https://github.com/tharunya0105-afk/hack2health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Automated Test Suite: backend/test-suite.js (16 passed on live production)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Video Demonstration Walkthrough: gallery/neurobridge_demo_video.mp4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Computer Vision Framework: Google MediaPipe Vision HandLandmarker (Float16 Wasm).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005840"/>
            <a:ext cx="4846320" cy="5257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0_double_empathy_the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143000"/>
            <a:ext cx="4572000" cy="306729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720840" y="4389120"/>
            <a:ext cx="457200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4434840"/>
            <a:ext cx="4389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THEORETICAL FOUNDATION: DOUBLE EMPATHY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Paradigm Shift: Replaces the medical deficit model with a reciprocal two-way bridge.</a:t>
            </a:r>
            <a:br/>
            <a:r>
              <a:t>• Ethics: NeuroBridge empowers autistic self-advocacy without demanding performative neurotypical masking.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